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oto Sans Bold" charset="1" panose="020B0802040504020204"/>
      <p:regular r:id="rId24"/>
    </p:embeddedFont>
    <p:embeddedFont>
      <p:font typeface="Noto Sans" charset="1" panose="020B050204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https://drive.google.com/file/d/1uLusbjHM9TE-_Lb_0-CD4tRGFCk2Dlz-/view?usp=sharing" TargetMode="External" Type="http://schemas.openxmlformats.org/officeDocument/2006/relationships/hyperlink"/><Relationship Id="rId4" Target="https://drive.google.com/file/d/1uLusbjHM9TE-_Lb_0-CD4tRGFCk2Dlz-/view?usp=sharing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https://drive.google.com/file/d/1LTTq_p1b4xorJcK0ehs-bXw-qxJQFqTS/view?usp=sharing" TargetMode="External" Type="http://schemas.openxmlformats.org/officeDocument/2006/relationships/hyperlink"/><Relationship Id="rId4" Target="https://drive.google.com/file/d/1LTTq_p1b4xorJcK0ehs-bXw-qxJQFqTS/view?usp=sharing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svg" Type="http://schemas.openxmlformats.org/officeDocument/2006/relationships/image"/><Relationship Id="rId2" Target="../media/image55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9367" y="2417577"/>
            <a:ext cx="1897713" cy="2013185"/>
          </a:xfrm>
          <a:custGeom>
            <a:avLst/>
            <a:gdLst/>
            <a:ahLst/>
            <a:cxnLst/>
            <a:rect r="r" b="b" t="t" l="l"/>
            <a:pathLst>
              <a:path h="2013185" w="1897713">
                <a:moveTo>
                  <a:pt x="0" y="0"/>
                </a:moveTo>
                <a:lnTo>
                  <a:pt x="1897714" y="0"/>
                </a:lnTo>
                <a:lnTo>
                  <a:pt x="1897714" y="2013185"/>
                </a:lnTo>
                <a:lnTo>
                  <a:pt x="0" y="201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3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6274" y="272842"/>
            <a:ext cx="15743901" cy="198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7"/>
              </a:lnSpc>
            </a:pPr>
            <a:r>
              <a:rPr lang="en-US" sz="57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ĐẠI HỌC CÔNG NGHỆ KỸ THUẬT TP HỒ CHÍ MINH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55790" y="4481114"/>
            <a:ext cx="10864868" cy="177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2"/>
              </a:lnSpc>
            </a:pPr>
            <a:r>
              <a:rPr lang="en-US" sz="508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XÂY DỰNG ỨNG DỤNG NHẮN TIN </a:t>
            </a:r>
          </a:p>
          <a:p>
            <a:pPr algn="ctr">
              <a:lnSpc>
                <a:spcPts val="7112"/>
              </a:lnSpc>
            </a:pPr>
            <a:r>
              <a:rPr lang="en-US" sz="508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VÀ GỌI THOẠI TRỰC TUYẾN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406" y="7078997"/>
            <a:ext cx="772967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Nhóm sinh viên thực hiện: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8016" y="7936239"/>
            <a:ext cx="59680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Nguyễn Hoài Bảo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6274" y="8677910"/>
            <a:ext cx="34434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Trần Như Thiện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56066" y="7936239"/>
            <a:ext cx="19750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22110108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56066" y="8677910"/>
            <a:ext cx="19750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22110235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13271" y="7936239"/>
            <a:ext cx="534862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TS. Phan Thị Huyền Trang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9169" y="7078997"/>
            <a:ext cx="7214324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Giảng viên hướng dẫn: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3349" y="344363"/>
            <a:ext cx="7585951" cy="9888843"/>
          </a:xfrm>
          <a:custGeom>
            <a:avLst/>
            <a:gdLst/>
            <a:ahLst/>
            <a:cxnLst/>
            <a:rect r="r" b="b" t="t" l="l"/>
            <a:pathLst>
              <a:path h="9888843" w="7585951">
                <a:moveTo>
                  <a:pt x="0" y="0"/>
                </a:moveTo>
                <a:lnTo>
                  <a:pt x="7585951" y="0"/>
                </a:lnTo>
                <a:lnTo>
                  <a:pt x="7585951" y="9888843"/>
                </a:lnTo>
                <a:lnTo>
                  <a:pt x="0" y="9888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-7539" r="0" b="-78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65" y="940909"/>
            <a:ext cx="913914" cy="956978"/>
          </a:xfrm>
          <a:custGeom>
            <a:avLst/>
            <a:gdLst/>
            <a:ahLst/>
            <a:cxnLst/>
            <a:rect r="r" b="b" t="t" l="l"/>
            <a:pathLst>
              <a:path h="956978" w="913914">
                <a:moveTo>
                  <a:pt x="0" y="0"/>
                </a:moveTo>
                <a:lnTo>
                  <a:pt x="913914" y="0"/>
                </a:lnTo>
                <a:lnTo>
                  <a:pt x="913914" y="956978"/>
                </a:lnTo>
                <a:lnTo>
                  <a:pt x="0" y="956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1979" y="5288785"/>
            <a:ext cx="1583116" cy="1500794"/>
          </a:xfrm>
          <a:custGeom>
            <a:avLst/>
            <a:gdLst/>
            <a:ahLst/>
            <a:cxnLst/>
            <a:rect r="r" b="b" t="t" l="l"/>
            <a:pathLst>
              <a:path h="1500794" w="1583116">
                <a:moveTo>
                  <a:pt x="0" y="0"/>
                </a:moveTo>
                <a:lnTo>
                  <a:pt x="1583116" y="0"/>
                </a:lnTo>
                <a:lnTo>
                  <a:pt x="1583116" y="1500794"/>
                </a:lnTo>
                <a:lnTo>
                  <a:pt x="0" y="1500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979" y="2959724"/>
            <a:ext cx="1589721" cy="1392993"/>
          </a:xfrm>
          <a:custGeom>
            <a:avLst/>
            <a:gdLst/>
            <a:ahLst/>
            <a:cxnLst/>
            <a:rect r="r" b="b" t="t" l="l"/>
            <a:pathLst>
              <a:path h="1392993" w="1589721">
                <a:moveTo>
                  <a:pt x="0" y="0"/>
                </a:moveTo>
                <a:lnTo>
                  <a:pt x="1589721" y="0"/>
                </a:lnTo>
                <a:lnTo>
                  <a:pt x="1589721" y="1392993"/>
                </a:lnTo>
                <a:lnTo>
                  <a:pt x="0" y="1392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3204" y="7717714"/>
            <a:ext cx="1671891" cy="1385727"/>
          </a:xfrm>
          <a:custGeom>
            <a:avLst/>
            <a:gdLst/>
            <a:ahLst/>
            <a:cxnLst/>
            <a:rect r="r" b="b" t="t" l="l"/>
            <a:pathLst>
              <a:path h="1385727" w="1671891">
                <a:moveTo>
                  <a:pt x="0" y="0"/>
                </a:moveTo>
                <a:lnTo>
                  <a:pt x="1671891" y="0"/>
                </a:lnTo>
                <a:lnTo>
                  <a:pt x="1671891" y="1385727"/>
                </a:lnTo>
                <a:lnTo>
                  <a:pt x="0" y="1385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24" t="0" r="-26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1979" y="743275"/>
            <a:ext cx="9395353" cy="124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68"/>
              </a:lnSpc>
            </a:pPr>
            <a:r>
              <a:rPr lang="en-US" sz="7334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</a:t>
            </a:r>
            <a:r>
              <a:rPr lang="en-US" sz="7334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Ý DO CHỌN ĐỀ TÀI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57882" y="2752571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Chức năng</a:t>
            </a: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bị tách rời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7882" y="3504885"/>
            <a:ext cx="740841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Chat/call và họp trực tuyến thường nằm ở các ứng dụng khác nhau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9153" y="5105403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Nhu cầu tích hợp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19153" y="5857718"/>
            <a:ext cx="76481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Người dùng cần một nền tảng giao tiếp tích hợp cả họp, nhắc hẹn, nhóm,...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5874" y="7458235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Tiêu chuẩn cộng đồng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75874" y="8210550"/>
            <a:ext cx="662534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Nội dung vi phạm có thể ảnh hưởng tiêu cực đến người nhận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596" y="1989269"/>
            <a:ext cx="1731882" cy="1793611"/>
          </a:xfrm>
          <a:custGeom>
            <a:avLst/>
            <a:gdLst/>
            <a:ahLst/>
            <a:cxnLst/>
            <a:rect r="r" b="b" t="t" l="l"/>
            <a:pathLst>
              <a:path h="1793611" w="1731882">
                <a:moveTo>
                  <a:pt x="0" y="0"/>
                </a:moveTo>
                <a:lnTo>
                  <a:pt x="1731883" y="0"/>
                </a:lnTo>
                <a:lnTo>
                  <a:pt x="1731883" y="1793611"/>
                </a:lnTo>
                <a:lnTo>
                  <a:pt x="0" y="1793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24" t="-9867" r="-7664" b="-54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35408" y="2197546"/>
            <a:ext cx="1377057" cy="1377057"/>
          </a:xfrm>
          <a:custGeom>
            <a:avLst/>
            <a:gdLst/>
            <a:ahLst/>
            <a:cxnLst/>
            <a:rect r="r" b="b" t="t" l="l"/>
            <a:pathLst>
              <a:path h="1377057" w="1377057">
                <a:moveTo>
                  <a:pt x="0" y="0"/>
                </a:moveTo>
                <a:lnTo>
                  <a:pt x="1377057" y="0"/>
                </a:lnTo>
                <a:lnTo>
                  <a:pt x="1377057" y="1377057"/>
                </a:lnTo>
                <a:lnTo>
                  <a:pt x="0" y="1377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90340" y="2197546"/>
            <a:ext cx="1593529" cy="1496829"/>
          </a:xfrm>
          <a:custGeom>
            <a:avLst/>
            <a:gdLst/>
            <a:ahLst/>
            <a:cxnLst/>
            <a:rect r="r" b="b" t="t" l="l"/>
            <a:pathLst>
              <a:path h="1496829" w="1593529">
                <a:moveTo>
                  <a:pt x="0" y="0"/>
                </a:moveTo>
                <a:lnTo>
                  <a:pt x="1593529" y="0"/>
                </a:lnTo>
                <a:lnTo>
                  <a:pt x="1593529" y="1496829"/>
                </a:lnTo>
                <a:lnTo>
                  <a:pt x="0" y="1496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983" t="-17978" r="-9737" b="-126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1142" y="4346159"/>
            <a:ext cx="1474790" cy="1474790"/>
          </a:xfrm>
          <a:custGeom>
            <a:avLst/>
            <a:gdLst/>
            <a:ahLst/>
            <a:cxnLst/>
            <a:rect r="r" b="b" t="t" l="l"/>
            <a:pathLst>
              <a:path h="1474790" w="1474790">
                <a:moveTo>
                  <a:pt x="0" y="0"/>
                </a:moveTo>
                <a:lnTo>
                  <a:pt x="1474791" y="0"/>
                </a:lnTo>
                <a:lnTo>
                  <a:pt x="1474791" y="1474791"/>
                </a:lnTo>
                <a:lnTo>
                  <a:pt x="0" y="1474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68862" y="4290716"/>
            <a:ext cx="1607858" cy="1607858"/>
          </a:xfrm>
          <a:custGeom>
            <a:avLst/>
            <a:gdLst/>
            <a:ahLst/>
            <a:cxnLst/>
            <a:rect r="r" b="b" t="t" l="l"/>
            <a:pathLst>
              <a:path h="1607858" w="1607858">
                <a:moveTo>
                  <a:pt x="0" y="0"/>
                </a:moveTo>
                <a:lnTo>
                  <a:pt x="1607858" y="0"/>
                </a:lnTo>
                <a:lnTo>
                  <a:pt x="1607858" y="1607859"/>
                </a:lnTo>
                <a:lnTo>
                  <a:pt x="0" y="16078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63625" y="4383375"/>
            <a:ext cx="1446959" cy="1422542"/>
          </a:xfrm>
          <a:custGeom>
            <a:avLst/>
            <a:gdLst/>
            <a:ahLst/>
            <a:cxnLst/>
            <a:rect r="r" b="b" t="t" l="l"/>
            <a:pathLst>
              <a:path h="1422542" w="1446959">
                <a:moveTo>
                  <a:pt x="0" y="0"/>
                </a:moveTo>
                <a:lnTo>
                  <a:pt x="1446959" y="0"/>
                </a:lnTo>
                <a:lnTo>
                  <a:pt x="1446959" y="1422542"/>
                </a:lnTo>
                <a:lnTo>
                  <a:pt x="0" y="14225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92092" y="256865"/>
            <a:ext cx="7329953" cy="9039090"/>
          </a:xfrm>
          <a:custGeom>
            <a:avLst/>
            <a:gdLst/>
            <a:ahLst/>
            <a:cxnLst/>
            <a:rect r="r" b="b" t="t" l="l"/>
            <a:pathLst>
              <a:path h="9039090" w="7329953">
                <a:moveTo>
                  <a:pt x="0" y="0"/>
                </a:moveTo>
                <a:lnTo>
                  <a:pt x="7329953" y="0"/>
                </a:lnTo>
                <a:lnTo>
                  <a:pt x="7329953" y="9039090"/>
                </a:lnTo>
                <a:lnTo>
                  <a:pt x="0" y="90390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812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069" y="6384229"/>
            <a:ext cx="3767585" cy="3452478"/>
          </a:xfrm>
          <a:custGeom>
            <a:avLst/>
            <a:gdLst/>
            <a:ahLst/>
            <a:cxnLst/>
            <a:rect r="r" b="b" t="t" l="l"/>
            <a:pathLst>
              <a:path h="3452478" w="3767585">
                <a:moveTo>
                  <a:pt x="0" y="0"/>
                </a:moveTo>
                <a:lnTo>
                  <a:pt x="3767585" y="0"/>
                </a:lnTo>
                <a:lnTo>
                  <a:pt x="3767585" y="3452478"/>
                </a:lnTo>
                <a:lnTo>
                  <a:pt x="0" y="34524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4509" y="374972"/>
            <a:ext cx="968136" cy="1052322"/>
          </a:xfrm>
          <a:custGeom>
            <a:avLst/>
            <a:gdLst/>
            <a:ahLst/>
            <a:cxnLst/>
            <a:rect r="r" b="b" t="t" l="l"/>
            <a:pathLst>
              <a:path h="1052322" w="968136">
                <a:moveTo>
                  <a:pt x="0" y="0"/>
                </a:moveTo>
                <a:lnTo>
                  <a:pt x="968136" y="0"/>
                </a:lnTo>
                <a:lnTo>
                  <a:pt x="968136" y="1052322"/>
                </a:lnTo>
                <a:lnTo>
                  <a:pt x="0" y="1052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2645" y="135206"/>
            <a:ext cx="10269496" cy="136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Khảo sát hiện trạng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4869" y="2471736"/>
            <a:ext cx="4812064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Mạnh về chat/call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64869" y="4729162"/>
            <a:ext cx="363463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Mạnh về họp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2544" y="7300843"/>
            <a:ext cx="6459288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Tích hợp chat, call, họp, nhắc hẹn và kiểm duyệt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37263" y="927683"/>
            <a:ext cx="9905148" cy="9905148"/>
          </a:xfrm>
          <a:custGeom>
            <a:avLst/>
            <a:gdLst/>
            <a:ahLst/>
            <a:cxnLst/>
            <a:rect r="r" b="b" t="t" l="l"/>
            <a:pathLst>
              <a:path h="9905148" w="9905148">
                <a:moveTo>
                  <a:pt x="0" y="0"/>
                </a:moveTo>
                <a:lnTo>
                  <a:pt x="9905148" y="0"/>
                </a:lnTo>
                <a:lnTo>
                  <a:pt x="9905148" y="9905147"/>
                </a:lnTo>
                <a:lnTo>
                  <a:pt x="0" y="990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851" y="575615"/>
            <a:ext cx="1034643" cy="1036527"/>
          </a:xfrm>
          <a:custGeom>
            <a:avLst/>
            <a:gdLst/>
            <a:ahLst/>
            <a:cxnLst/>
            <a:rect r="r" b="b" t="t" l="l"/>
            <a:pathLst>
              <a:path h="1036527" w="1034643">
                <a:moveTo>
                  <a:pt x="0" y="0"/>
                </a:moveTo>
                <a:lnTo>
                  <a:pt x="1034643" y="0"/>
                </a:lnTo>
                <a:lnTo>
                  <a:pt x="1034643" y="1036528"/>
                </a:lnTo>
                <a:lnTo>
                  <a:pt x="0" y="103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8687" y="3017826"/>
            <a:ext cx="941904" cy="892239"/>
          </a:xfrm>
          <a:custGeom>
            <a:avLst/>
            <a:gdLst/>
            <a:ahLst/>
            <a:cxnLst/>
            <a:rect r="r" b="b" t="t" l="l"/>
            <a:pathLst>
              <a:path h="892239" w="941904">
                <a:moveTo>
                  <a:pt x="0" y="0"/>
                </a:moveTo>
                <a:lnTo>
                  <a:pt x="941903" y="0"/>
                </a:lnTo>
                <a:lnTo>
                  <a:pt x="941903" y="892239"/>
                </a:lnTo>
                <a:lnTo>
                  <a:pt x="0" y="892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0209" y="5230827"/>
            <a:ext cx="820041" cy="1036834"/>
          </a:xfrm>
          <a:custGeom>
            <a:avLst/>
            <a:gdLst/>
            <a:ahLst/>
            <a:cxnLst/>
            <a:rect r="r" b="b" t="t" l="l"/>
            <a:pathLst>
              <a:path h="1036834" w="820041">
                <a:moveTo>
                  <a:pt x="0" y="0"/>
                </a:moveTo>
                <a:lnTo>
                  <a:pt x="820042" y="0"/>
                </a:lnTo>
                <a:lnTo>
                  <a:pt x="820042" y="1036834"/>
                </a:lnTo>
                <a:lnTo>
                  <a:pt x="0" y="10368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0209" y="7653549"/>
            <a:ext cx="853588" cy="1027294"/>
          </a:xfrm>
          <a:custGeom>
            <a:avLst/>
            <a:gdLst/>
            <a:ahLst/>
            <a:cxnLst/>
            <a:rect r="r" b="b" t="t" l="l"/>
            <a:pathLst>
              <a:path h="1027294" w="853588">
                <a:moveTo>
                  <a:pt x="0" y="0"/>
                </a:moveTo>
                <a:lnTo>
                  <a:pt x="853588" y="0"/>
                </a:lnTo>
                <a:lnTo>
                  <a:pt x="853588" y="1027293"/>
                </a:lnTo>
                <a:lnTo>
                  <a:pt x="0" y="10272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3277" y="423215"/>
            <a:ext cx="8707732" cy="136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</a:t>
            </a: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ỤC TIÊU ĐỀ TÀI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2484" y="2711470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Realtime ổn định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2484" y="3463785"/>
            <a:ext cx="67847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Xây dựng nền tảng chat/call realtime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7300" y="5000996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 tiếp tích hợp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7300" y="5753311"/>
            <a:ext cx="85324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Tích hợp nhóm chat, họp, nhắc hẹn, thông báo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7990" y="7420186"/>
            <a:ext cx="630228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toàn &amp; Quản trị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7990" y="8172501"/>
            <a:ext cx="85324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Bổ sung AI moderation và trang quản trị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1240" y="1414798"/>
            <a:ext cx="14165521" cy="8872202"/>
          </a:xfrm>
          <a:custGeom>
            <a:avLst/>
            <a:gdLst/>
            <a:ahLst/>
            <a:cxnLst/>
            <a:rect r="r" b="b" t="t" l="l"/>
            <a:pathLst>
              <a:path h="8872202" w="14165521">
                <a:moveTo>
                  <a:pt x="0" y="0"/>
                </a:moveTo>
                <a:lnTo>
                  <a:pt x="14165520" y="0"/>
                </a:lnTo>
                <a:lnTo>
                  <a:pt x="14165520" y="8872202"/>
                </a:lnTo>
                <a:lnTo>
                  <a:pt x="0" y="8872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1400" y="42149"/>
            <a:ext cx="16021016" cy="119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1"/>
              </a:lnSpc>
            </a:pPr>
            <a:r>
              <a:rPr lang="en-US" sz="6986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KIẾN TRÚC &amp; CÔNG NGHỆ SỬ DỤNG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1758" y="2094269"/>
            <a:ext cx="20151516" cy="7314844"/>
          </a:xfrm>
          <a:custGeom>
            <a:avLst/>
            <a:gdLst/>
            <a:ahLst/>
            <a:cxnLst/>
            <a:rect r="r" b="b" t="t" l="l"/>
            <a:pathLst>
              <a:path h="7314844" w="20151516">
                <a:moveTo>
                  <a:pt x="0" y="0"/>
                </a:moveTo>
                <a:lnTo>
                  <a:pt x="20151516" y="0"/>
                </a:lnTo>
                <a:lnTo>
                  <a:pt x="20151516" y="7314843"/>
                </a:lnTo>
                <a:lnTo>
                  <a:pt x="0" y="731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298" r="0" b="-136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72241" y="8772853"/>
            <a:ext cx="276653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u="sng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  <a:hlinkClick r:id="rId3" tooltip="https://drive.google.com/file/d/1uLusbjHM9TE-_Lb_0-CD4tRGFCk2Dlz-/view?usp=sharing"/>
              </a:rPr>
              <a:t>U</a:t>
            </a:r>
            <a:r>
              <a:rPr lang="en-US" sz="2400" u="sng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  <a:hlinkClick r:id="rId4" tooltip="https://drive.google.com/file/d/1uLusbjHM9TE-_Lb_0-CD4tRGFCk2Dlz-/view?usp=sharing"/>
              </a:rPr>
              <a:t>SECASE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3659" y="364774"/>
            <a:ext cx="16021016" cy="119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1"/>
              </a:lnSpc>
            </a:pPr>
            <a:r>
              <a:rPr lang="en-US" sz="6986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PHẠM VI &amp; NGƯỜI DÙNG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5374" y="-350021"/>
            <a:ext cx="10987043" cy="10987043"/>
          </a:xfrm>
          <a:custGeom>
            <a:avLst/>
            <a:gdLst/>
            <a:ahLst/>
            <a:cxnLst/>
            <a:rect r="r" b="b" t="t" l="l"/>
            <a:pathLst>
              <a:path h="10987043" w="10987043">
                <a:moveTo>
                  <a:pt x="0" y="0"/>
                </a:moveTo>
                <a:lnTo>
                  <a:pt x="10987042" y="0"/>
                </a:lnTo>
                <a:lnTo>
                  <a:pt x="10987042" y="10987042"/>
                </a:lnTo>
                <a:lnTo>
                  <a:pt x="0" y="1098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281" y="1927346"/>
            <a:ext cx="5635783" cy="278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THIẾT KẾ DỮ LIỆU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73216" y="6134647"/>
            <a:ext cx="8239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  <a:hlinkClick r:id="rId3" tooltip="https://drive.google.com/file/d/1LTTq_p1b4xorJcK0ehs-bXw-qxJQFqTS/view?usp=sharing"/>
              </a:rPr>
              <a:t>E</a:t>
            </a:r>
            <a:r>
              <a:rPr lang="en-US" sz="3399" u="sng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  <a:hlinkClick r:id="rId4" tooltip="https://drive.google.com/file/d/1LTTq_p1b4xorJcK0ehs-bXw-qxJQFqTS/view?usp=sharing"/>
              </a:rPr>
              <a:t>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502" y="1028700"/>
            <a:ext cx="16969009" cy="9545067"/>
          </a:xfrm>
          <a:custGeom>
            <a:avLst/>
            <a:gdLst/>
            <a:ahLst/>
            <a:cxnLst/>
            <a:rect r="r" b="b" t="t" l="l"/>
            <a:pathLst>
              <a:path h="9545067" w="16969009">
                <a:moveTo>
                  <a:pt x="0" y="0"/>
                </a:moveTo>
                <a:lnTo>
                  <a:pt x="16969009" y="0"/>
                </a:lnTo>
                <a:lnTo>
                  <a:pt x="16969009" y="9545067"/>
                </a:lnTo>
                <a:lnTo>
                  <a:pt x="0" y="9545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60267" y="589533"/>
            <a:ext cx="13617478" cy="136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NHẮN TIN REALTIME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6938" y="2114862"/>
            <a:ext cx="1063103" cy="1063103"/>
          </a:xfrm>
          <a:custGeom>
            <a:avLst/>
            <a:gdLst/>
            <a:ahLst/>
            <a:cxnLst/>
            <a:rect r="r" b="b" t="t" l="l"/>
            <a:pathLst>
              <a:path h="1063103" w="1063103">
                <a:moveTo>
                  <a:pt x="0" y="0"/>
                </a:moveTo>
                <a:lnTo>
                  <a:pt x="1063103" y="0"/>
                </a:lnTo>
                <a:lnTo>
                  <a:pt x="1063103" y="1063103"/>
                </a:lnTo>
                <a:lnTo>
                  <a:pt x="0" y="1063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0220" y="1440055"/>
            <a:ext cx="12311383" cy="8207589"/>
          </a:xfrm>
          <a:custGeom>
            <a:avLst/>
            <a:gdLst/>
            <a:ahLst/>
            <a:cxnLst/>
            <a:rect r="r" b="b" t="t" l="l"/>
            <a:pathLst>
              <a:path h="8207589" w="12311383">
                <a:moveTo>
                  <a:pt x="0" y="0"/>
                </a:moveTo>
                <a:lnTo>
                  <a:pt x="12311383" y="0"/>
                </a:lnTo>
                <a:lnTo>
                  <a:pt x="12311383" y="8207589"/>
                </a:lnTo>
                <a:lnTo>
                  <a:pt x="0" y="8207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938" y="4681843"/>
            <a:ext cx="1097062" cy="1097062"/>
          </a:xfrm>
          <a:custGeom>
            <a:avLst/>
            <a:gdLst/>
            <a:ahLst/>
            <a:cxnLst/>
            <a:rect r="r" b="b" t="t" l="l"/>
            <a:pathLst>
              <a:path h="1097062" w="1097062">
                <a:moveTo>
                  <a:pt x="0" y="0"/>
                </a:moveTo>
                <a:lnTo>
                  <a:pt x="1097062" y="0"/>
                </a:lnTo>
                <a:lnTo>
                  <a:pt x="1097062" y="1097062"/>
                </a:lnTo>
                <a:lnTo>
                  <a:pt x="0" y="1097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938" y="7248824"/>
            <a:ext cx="885739" cy="1084980"/>
          </a:xfrm>
          <a:custGeom>
            <a:avLst/>
            <a:gdLst/>
            <a:ahLst/>
            <a:cxnLst/>
            <a:rect r="r" b="b" t="t" l="l"/>
            <a:pathLst>
              <a:path h="1084980" w="885739">
                <a:moveTo>
                  <a:pt x="0" y="0"/>
                </a:moveTo>
                <a:lnTo>
                  <a:pt x="885738" y="0"/>
                </a:lnTo>
                <a:lnTo>
                  <a:pt x="885738" y="1084981"/>
                </a:lnTo>
                <a:lnTo>
                  <a:pt x="0" y="10849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8906" y="197819"/>
            <a:ext cx="12890188" cy="102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2"/>
              </a:lnSpc>
            </a:pPr>
            <a:r>
              <a:rPr lang="en-US" sz="5966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SCALE NGANG &amp; MULTI-REPLICAS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411" y="2038662"/>
            <a:ext cx="365569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Scale ngang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411" y="2790977"/>
            <a:ext cx="516982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Tăng khả năng chịu tải, tính sẵn sàng và tốc độ phản hồi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6411" y="4605643"/>
            <a:ext cx="365569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Vấn đề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6411" y="5357958"/>
            <a:ext cx="53689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Socket room chỉ tồn tại trong từng instance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9716" y="7172624"/>
            <a:ext cx="365569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Giải pháp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9716" y="7924939"/>
            <a:ext cx="647506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Sử dụng Redis Adapter để đồng bộ các event giữa các replicas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3299" y="1173380"/>
            <a:ext cx="9131043" cy="9131043"/>
          </a:xfrm>
          <a:custGeom>
            <a:avLst/>
            <a:gdLst/>
            <a:ahLst/>
            <a:cxnLst/>
            <a:rect r="r" b="b" t="t" l="l"/>
            <a:pathLst>
              <a:path h="9131043" w="9131043">
                <a:moveTo>
                  <a:pt x="0" y="0"/>
                </a:moveTo>
                <a:lnTo>
                  <a:pt x="9131043" y="0"/>
                </a:lnTo>
                <a:lnTo>
                  <a:pt x="9131043" y="9131043"/>
                </a:lnTo>
                <a:lnTo>
                  <a:pt x="0" y="913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527" y="2136931"/>
            <a:ext cx="1242346" cy="1039053"/>
          </a:xfrm>
          <a:custGeom>
            <a:avLst/>
            <a:gdLst/>
            <a:ahLst/>
            <a:cxnLst/>
            <a:rect r="r" b="b" t="t" l="l"/>
            <a:pathLst>
              <a:path h="1039053" w="1242346">
                <a:moveTo>
                  <a:pt x="0" y="0"/>
                </a:moveTo>
                <a:lnTo>
                  <a:pt x="1242346" y="0"/>
                </a:lnTo>
                <a:lnTo>
                  <a:pt x="1242346" y="1039052"/>
                </a:lnTo>
                <a:lnTo>
                  <a:pt x="0" y="1039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1200" y="3997758"/>
            <a:ext cx="1054999" cy="1187014"/>
          </a:xfrm>
          <a:custGeom>
            <a:avLst/>
            <a:gdLst/>
            <a:ahLst/>
            <a:cxnLst/>
            <a:rect r="r" b="b" t="t" l="l"/>
            <a:pathLst>
              <a:path h="1187014" w="1054999">
                <a:moveTo>
                  <a:pt x="0" y="0"/>
                </a:moveTo>
                <a:lnTo>
                  <a:pt x="1055000" y="0"/>
                </a:lnTo>
                <a:lnTo>
                  <a:pt x="1055000" y="1187013"/>
                </a:lnTo>
                <a:lnTo>
                  <a:pt x="0" y="1187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200" y="6003921"/>
            <a:ext cx="1148672" cy="1127787"/>
          </a:xfrm>
          <a:custGeom>
            <a:avLst/>
            <a:gdLst/>
            <a:ahLst/>
            <a:cxnLst/>
            <a:rect r="r" b="b" t="t" l="l"/>
            <a:pathLst>
              <a:path h="1127787" w="1148672">
                <a:moveTo>
                  <a:pt x="0" y="0"/>
                </a:moveTo>
                <a:lnTo>
                  <a:pt x="1148673" y="0"/>
                </a:lnTo>
                <a:lnTo>
                  <a:pt x="1148673" y="1127788"/>
                </a:lnTo>
                <a:lnTo>
                  <a:pt x="0" y="11277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0458" y="7823196"/>
            <a:ext cx="910157" cy="1095375"/>
          </a:xfrm>
          <a:custGeom>
            <a:avLst/>
            <a:gdLst/>
            <a:ahLst/>
            <a:cxnLst/>
            <a:rect r="r" b="b" t="t" l="l"/>
            <a:pathLst>
              <a:path h="1095375" w="910157">
                <a:moveTo>
                  <a:pt x="0" y="0"/>
                </a:moveTo>
                <a:lnTo>
                  <a:pt x="910157" y="0"/>
                </a:lnTo>
                <a:lnTo>
                  <a:pt x="910157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8551" y="184523"/>
            <a:ext cx="13270897" cy="100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1"/>
              </a:lnSpc>
            </a:pPr>
            <a:r>
              <a:rPr lang="en-US" sz="5858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TÍNH NĂNG NHẮN TIN NÂNG CAO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2295" y="2060731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</a:t>
            </a: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 dạng nội dung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2295" y="3975096"/>
            <a:ext cx="5585687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Tương tác tin nhắn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2295" y="5927721"/>
            <a:ext cx="490383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Tìm kiếm &amp; Nhắc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2295" y="2813046"/>
            <a:ext cx="75143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ext, ảnh, file, audio, sticker, link preview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2295" y="4670421"/>
            <a:ext cx="54318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React, ghim, thu hồi tin nhắn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2295" y="6584946"/>
            <a:ext cx="54318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Search, reply, mention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2295" y="7746996"/>
            <a:ext cx="490383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Bảo vệ media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2295" y="8404221"/>
            <a:ext cx="65379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Signed URL, kiểm tra quyền truy cập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126" y="2232343"/>
            <a:ext cx="918071" cy="918071"/>
          </a:xfrm>
          <a:custGeom>
            <a:avLst/>
            <a:gdLst/>
            <a:ahLst/>
            <a:cxnLst/>
            <a:rect r="r" b="b" t="t" l="l"/>
            <a:pathLst>
              <a:path h="918071" w="918071">
                <a:moveTo>
                  <a:pt x="0" y="0"/>
                </a:moveTo>
                <a:lnTo>
                  <a:pt x="918071" y="0"/>
                </a:lnTo>
                <a:lnTo>
                  <a:pt x="918071" y="918071"/>
                </a:lnTo>
                <a:lnTo>
                  <a:pt x="0" y="918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126" y="3979089"/>
            <a:ext cx="918071" cy="918071"/>
          </a:xfrm>
          <a:custGeom>
            <a:avLst/>
            <a:gdLst/>
            <a:ahLst/>
            <a:cxnLst/>
            <a:rect r="r" b="b" t="t" l="l"/>
            <a:pathLst>
              <a:path h="918071" w="918071">
                <a:moveTo>
                  <a:pt x="0" y="0"/>
                </a:moveTo>
                <a:lnTo>
                  <a:pt x="918071" y="0"/>
                </a:lnTo>
                <a:lnTo>
                  <a:pt x="918071" y="918071"/>
                </a:lnTo>
                <a:lnTo>
                  <a:pt x="0" y="918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0142" y="6305124"/>
            <a:ext cx="826055" cy="917839"/>
          </a:xfrm>
          <a:custGeom>
            <a:avLst/>
            <a:gdLst/>
            <a:ahLst/>
            <a:cxnLst/>
            <a:rect r="r" b="b" t="t" l="l"/>
            <a:pathLst>
              <a:path h="917839" w="826055">
                <a:moveTo>
                  <a:pt x="0" y="0"/>
                </a:moveTo>
                <a:lnTo>
                  <a:pt x="826055" y="0"/>
                </a:lnTo>
                <a:lnTo>
                  <a:pt x="826055" y="917838"/>
                </a:lnTo>
                <a:lnTo>
                  <a:pt x="0" y="917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0142" y="8095663"/>
            <a:ext cx="826055" cy="917839"/>
          </a:xfrm>
          <a:custGeom>
            <a:avLst/>
            <a:gdLst/>
            <a:ahLst/>
            <a:cxnLst/>
            <a:rect r="r" b="b" t="t" l="l"/>
            <a:pathLst>
              <a:path h="917839" w="826055">
                <a:moveTo>
                  <a:pt x="0" y="0"/>
                </a:moveTo>
                <a:lnTo>
                  <a:pt x="826055" y="0"/>
                </a:lnTo>
                <a:lnTo>
                  <a:pt x="826055" y="917839"/>
                </a:lnTo>
                <a:lnTo>
                  <a:pt x="0" y="917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36367" y="1734324"/>
            <a:ext cx="12474751" cy="8316500"/>
          </a:xfrm>
          <a:custGeom>
            <a:avLst/>
            <a:gdLst/>
            <a:ahLst/>
            <a:cxnLst/>
            <a:rect r="r" b="b" t="t" l="l"/>
            <a:pathLst>
              <a:path h="8316500" w="12474751">
                <a:moveTo>
                  <a:pt x="0" y="0"/>
                </a:moveTo>
                <a:lnTo>
                  <a:pt x="12474751" y="0"/>
                </a:lnTo>
                <a:lnTo>
                  <a:pt x="12474751" y="8316500"/>
                </a:lnTo>
                <a:lnTo>
                  <a:pt x="0" y="8316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0142" y="358012"/>
            <a:ext cx="17837858" cy="104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2"/>
              </a:lnSpc>
            </a:pPr>
            <a:r>
              <a:rPr lang="en-US" sz="6158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GỌI THOẠI, HỌP, NHẮC HẸN VÀ THÔNG BÁO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7718" y="2104976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LiveKit Call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7718" y="2857291"/>
            <a:ext cx="682181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Adio/Video call cho cá nhân và nhóm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718" y="3893405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Họp trực tuyến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7718" y="4645720"/>
            <a:ext cx="480864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phòng họp và quản lý người tham 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7718" y="6122181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Nhắc hẹn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718" y="6874496"/>
            <a:ext cx="60475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lịch nhắc hẹn cá nhân, nhóm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7718" y="7912721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Thông báo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7718" y="8665035"/>
            <a:ext cx="500775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FCM/Web push đa nền tảng cho cả web và mobile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8750205" cy="8750205"/>
          </a:xfrm>
          <a:custGeom>
            <a:avLst/>
            <a:gdLst/>
            <a:ahLst/>
            <a:cxnLst/>
            <a:rect r="r" b="b" t="t" l="l"/>
            <a:pathLst>
              <a:path h="8750205" w="8750205">
                <a:moveTo>
                  <a:pt x="0" y="0"/>
                </a:moveTo>
                <a:lnTo>
                  <a:pt x="8750205" y="0"/>
                </a:lnTo>
                <a:lnTo>
                  <a:pt x="8750205" y="8750205"/>
                </a:lnTo>
                <a:lnTo>
                  <a:pt x="0" y="875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4422" y="2007458"/>
            <a:ext cx="910157" cy="1095375"/>
          </a:xfrm>
          <a:custGeom>
            <a:avLst/>
            <a:gdLst/>
            <a:ahLst/>
            <a:cxnLst/>
            <a:rect r="r" b="b" t="t" l="l"/>
            <a:pathLst>
              <a:path h="1095375" w="910157">
                <a:moveTo>
                  <a:pt x="0" y="0"/>
                </a:moveTo>
                <a:lnTo>
                  <a:pt x="910157" y="0"/>
                </a:lnTo>
                <a:lnTo>
                  <a:pt x="910157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4422" y="4047931"/>
            <a:ext cx="1057432" cy="813423"/>
          </a:xfrm>
          <a:custGeom>
            <a:avLst/>
            <a:gdLst/>
            <a:ahLst/>
            <a:cxnLst/>
            <a:rect r="r" b="b" t="t" l="l"/>
            <a:pathLst>
              <a:path h="813423" w="1057432">
                <a:moveTo>
                  <a:pt x="0" y="0"/>
                </a:moveTo>
                <a:lnTo>
                  <a:pt x="1057432" y="0"/>
                </a:lnTo>
                <a:lnTo>
                  <a:pt x="1057432" y="813422"/>
                </a:lnTo>
                <a:lnTo>
                  <a:pt x="0" y="813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7879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2332" y="6150076"/>
            <a:ext cx="514337" cy="1188593"/>
          </a:xfrm>
          <a:custGeom>
            <a:avLst/>
            <a:gdLst/>
            <a:ahLst/>
            <a:cxnLst/>
            <a:rect r="r" b="b" t="t" l="l"/>
            <a:pathLst>
              <a:path h="1188593" w="514337">
                <a:moveTo>
                  <a:pt x="0" y="0"/>
                </a:moveTo>
                <a:lnTo>
                  <a:pt x="514336" y="0"/>
                </a:lnTo>
                <a:lnTo>
                  <a:pt x="514336" y="1188593"/>
                </a:lnTo>
                <a:lnTo>
                  <a:pt x="0" y="1188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422" y="8029947"/>
            <a:ext cx="1099154" cy="765732"/>
          </a:xfrm>
          <a:custGeom>
            <a:avLst/>
            <a:gdLst/>
            <a:ahLst/>
            <a:cxnLst/>
            <a:rect r="r" b="b" t="t" l="l"/>
            <a:pathLst>
              <a:path h="765732" w="1099154">
                <a:moveTo>
                  <a:pt x="0" y="0"/>
                </a:moveTo>
                <a:lnTo>
                  <a:pt x="1099154" y="0"/>
                </a:lnTo>
                <a:lnTo>
                  <a:pt x="1099154" y="765731"/>
                </a:lnTo>
                <a:lnTo>
                  <a:pt x="0" y="765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8361" y="153437"/>
            <a:ext cx="1270165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KIỂM DUYỆT AI VÀ QUẢN TRỊ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473" y="1773136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Moderation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3473" y="2525451"/>
            <a:ext cx="712571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Kiểm duyệt in nhắn dạng text, link, ảnh, audio vi phạm tiêu chuẩn cộng đồng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5259" y="3871889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Assembly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5259" y="4624204"/>
            <a:ext cx="712571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Chuyển audio thành văn bản phụ vụ cho kiểm duyệt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5259" y="6072004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Xử lý vi phạm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5259" y="6824319"/>
            <a:ext cx="77187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Report, kháng cáo, khóa tài khoản vi phạm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6981" y="7757613"/>
            <a:ext cx="521355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Admin 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6981" y="8509928"/>
            <a:ext cx="732053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Theo dõi báo cáo, audit log và trạng thái  của hệ thống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743" y="2430424"/>
            <a:ext cx="1123914" cy="1123914"/>
          </a:xfrm>
          <a:custGeom>
            <a:avLst/>
            <a:gdLst/>
            <a:ahLst/>
            <a:cxnLst/>
            <a:rect r="r" b="b" t="t" l="l"/>
            <a:pathLst>
              <a:path h="1123914" w="1123914">
                <a:moveTo>
                  <a:pt x="0" y="0"/>
                </a:moveTo>
                <a:lnTo>
                  <a:pt x="1123914" y="0"/>
                </a:lnTo>
                <a:lnTo>
                  <a:pt x="1123914" y="1123914"/>
                </a:lnTo>
                <a:lnTo>
                  <a:pt x="0" y="112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43" y="4156016"/>
            <a:ext cx="1057257" cy="1057257"/>
          </a:xfrm>
          <a:custGeom>
            <a:avLst/>
            <a:gdLst/>
            <a:ahLst/>
            <a:cxnLst/>
            <a:rect r="r" b="b" t="t" l="l"/>
            <a:pathLst>
              <a:path h="1057257" w="1057257">
                <a:moveTo>
                  <a:pt x="0" y="0"/>
                </a:moveTo>
                <a:lnTo>
                  <a:pt x="1057257" y="0"/>
                </a:lnTo>
                <a:lnTo>
                  <a:pt x="1057257" y="1057257"/>
                </a:lnTo>
                <a:lnTo>
                  <a:pt x="0" y="1057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3506" y="5888016"/>
            <a:ext cx="1050494" cy="1050494"/>
          </a:xfrm>
          <a:custGeom>
            <a:avLst/>
            <a:gdLst/>
            <a:ahLst/>
            <a:cxnLst/>
            <a:rect r="r" b="b" t="t" l="l"/>
            <a:pathLst>
              <a:path h="1050494" w="1050494">
                <a:moveTo>
                  <a:pt x="0" y="0"/>
                </a:moveTo>
                <a:lnTo>
                  <a:pt x="1050494" y="0"/>
                </a:lnTo>
                <a:lnTo>
                  <a:pt x="1050494" y="1050494"/>
                </a:lnTo>
                <a:lnTo>
                  <a:pt x="0" y="1050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1924" y="8033261"/>
            <a:ext cx="1128444" cy="1071452"/>
          </a:xfrm>
          <a:custGeom>
            <a:avLst/>
            <a:gdLst/>
            <a:ahLst/>
            <a:cxnLst/>
            <a:rect r="r" b="b" t="t" l="l"/>
            <a:pathLst>
              <a:path h="1071452" w="1128444">
                <a:moveTo>
                  <a:pt x="0" y="0"/>
                </a:moveTo>
                <a:lnTo>
                  <a:pt x="1128444" y="0"/>
                </a:lnTo>
                <a:lnTo>
                  <a:pt x="1128444" y="1071451"/>
                </a:lnTo>
                <a:lnTo>
                  <a:pt x="0" y="1071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245" t="-43108" r="-90461" b="-3385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11331" y="3027466"/>
            <a:ext cx="10511371" cy="5768115"/>
          </a:xfrm>
          <a:custGeom>
            <a:avLst/>
            <a:gdLst/>
            <a:ahLst/>
            <a:cxnLst/>
            <a:rect r="r" b="b" t="t" l="l"/>
            <a:pathLst>
              <a:path h="5768115" w="10511371">
                <a:moveTo>
                  <a:pt x="0" y="0"/>
                </a:moveTo>
                <a:lnTo>
                  <a:pt x="10511371" y="0"/>
                </a:lnTo>
                <a:lnTo>
                  <a:pt x="10511371" y="5768115"/>
                </a:lnTo>
                <a:lnTo>
                  <a:pt x="0" y="5768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7686" y="268356"/>
            <a:ext cx="12082220" cy="136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TRIỂN KHAI VÀ CI/CD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1068" y="2287673"/>
            <a:ext cx="6408181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Front-end trên Vercel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068" y="3039988"/>
            <a:ext cx="71257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Build React/Vite và triển khai phía Client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7831" y="3946608"/>
            <a:ext cx="6408181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Back-end trên Railway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7831" y="4698923"/>
            <a:ext cx="71257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Server chạy nhiều Replicas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7831" y="5603798"/>
            <a:ext cx="6408181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Back-end trên Railway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7831" y="6356113"/>
            <a:ext cx="64081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Tự động chạy test, build và deploy sau khi merge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7831" y="7794388"/>
            <a:ext cx="712571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Production env tách biệt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7831" y="8546703"/>
            <a:ext cx="64081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Biến môi trường riêng cho FE và BE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833" y="2975076"/>
            <a:ext cx="960433" cy="960433"/>
          </a:xfrm>
          <a:custGeom>
            <a:avLst/>
            <a:gdLst/>
            <a:ahLst/>
            <a:cxnLst/>
            <a:rect r="r" b="b" t="t" l="l"/>
            <a:pathLst>
              <a:path h="960433" w="960433">
                <a:moveTo>
                  <a:pt x="0" y="0"/>
                </a:moveTo>
                <a:lnTo>
                  <a:pt x="960433" y="0"/>
                </a:lnTo>
                <a:lnTo>
                  <a:pt x="960433" y="960433"/>
                </a:lnTo>
                <a:lnTo>
                  <a:pt x="0" y="96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1833" y="5284118"/>
            <a:ext cx="922602" cy="1000850"/>
          </a:xfrm>
          <a:custGeom>
            <a:avLst/>
            <a:gdLst/>
            <a:ahLst/>
            <a:cxnLst/>
            <a:rect r="r" b="b" t="t" l="l"/>
            <a:pathLst>
              <a:path h="1000850" w="922602">
                <a:moveTo>
                  <a:pt x="0" y="0"/>
                </a:moveTo>
                <a:lnTo>
                  <a:pt x="922602" y="0"/>
                </a:lnTo>
                <a:lnTo>
                  <a:pt x="922602" y="1000850"/>
                </a:lnTo>
                <a:lnTo>
                  <a:pt x="0" y="100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39225" y="1302861"/>
            <a:ext cx="13664271" cy="9109514"/>
          </a:xfrm>
          <a:custGeom>
            <a:avLst/>
            <a:gdLst/>
            <a:ahLst/>
            <a:cxnLst/>
            <a:rect r="r" b="b" t="t" l="l"/>
            <a:pathLst>
              <a:path h="9109514" w="13664271">
                <a:moveTo>
                  <a:pt x="0" y="0"/>
                </a:moveTo>
                <a:lnTo>
                  <a:pt x="13664271" y="0"/>
                </a:lnTo>
                <a:lnTo>
                  <a:pt x="13664271" y="9109513"/>
                </a:lnTo>
                <a:lnTo>
                  <a:pt x="0" y="91095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4851" y="7473950"/>
            <a:ext cx="1107264" cy="1107264"/>
          </a:xfrm>
          <a:custGeom>
            <a:avLst/>
            <a:gdLst/>
            <a:ahLst/>
            <a:cxnLst/>
            <a:rect r="r" b="b" t="t" l="l"/>
            <a:pathLst>
              <a:path h="1107264" w="1107264">
                <a:moveTo>
                  <a:pt x="0" y="0"/>
                </a:moveTo>
                <a:lnTo>
                  <a:pt x="1107264" y="0"/>
                </a:lnTo>
                <a:lnTo>
                  <a:pt x="1107264" y="1107264"/>
                </a:lnTo>
                <a:lnTo>
                  <a:pt x="0" y="1107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0975" y="167766"/>
            <a:ext cx="1463588" cy="1721868"/>
          </a:xfrm>
          <a:custGeom>
            <a:avLst/>
            <a:gdLst/>
            <a:ahLst/>
            <a:cxnLst/>
            <a:rect r="r" b="b" t="t" l="l"/>
            <a:pathLst>
              <a:path h="1721868" w="1463588">
                <a:moveTo>
                  <a:pt x="0" y="0"/>
                </a:moveTo>
                <a:lnTo>
                  <a:pt x="1463589" y="0"/>
                </a:lnTo>
                <a:lnTo>
                  <a:pt x="1463589" y="1721868"/>
                </a:lnTo>
                <a:lnTo>
                  <a:pt x="0" y="1721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7686" y="268356"/>
            <a:ext cx="13011373" cy="136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7"/>
              </a:lnSpc>
            </a:pPr>
            <a:r>
              <a:rPr lang="en-US" sz="80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KIỂM THỬ VÀ ĐÁNH GIÁ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7957" y="2917926"/>
            <a:ext cx="4210320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Manual test case cho các luồng chính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2027" y="7705319"/>
            <a:ext cx="457750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k6 real-user scenario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0126" y="5152718"/>
            <a:ext cx="4471785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Unit test cho module trọng tâm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755" y="-30285"/>
            <a:ext cx="1837890" cy="1837890"/>
          </a:xfrm>
          <a:custGeom>
            <a:avLst/>
            <a:gdLst/>
            <a:ahLst/>
            <a:cxnLst/>
            <a:rect r="r" b="b" t="t" l="l"/>
            <a:pathLst>
              <a:path h="1837890" w="1837890">
                <a:moveTo>
                  <a:pt x="0" y="0"/>
                </a:moveTo>
                <a:lnTo>
                  <a:pt x="1837890" y="0"/>
                </a:lnTo>
                <a:lnTo>
                  <a:pt x="1837890" y="1837890"/>
                </a:lnTo>
                <a:lnTo>
                  <a:pt x="0" y="1837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5402" y="4866859"/>
            <a:ext cx="15117197" cy="5240591"/>
          </a:xfrm>
          <a:custGeom>
            <a:avLst/>
            <a:gdLst/>
            <a:ahLst/>
            <a:cxnLst/>
            <a:rect r="r" b="b" t="t" l="l"/>
            <a:pathLst>
              <a:path h="5240591" w="15117197">
                <a:moveTo>
                  <a:pt x="0" y="0"/>
                </a:moveTo>
                <a:lnTo>
                  <a:pt x="15117196" y="0"/>
                </a:lnTo>
                <a:lnTo>
                  <a:pt x="15117196" y="5240591"/>
                </a:lnTo>
                <a:lnTo>
                  <a:pt x="0" y="5240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8463" r="0" b="-10000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341" y="325959"/>
            <a:ext cx="5114610" cy="126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1"/>
              </a:lnSpc>
            </a:pPr>
            <a:r>
              <a:rPr lang="en-US" sz="737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QUẢ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33527" y="1976606"/>
            <a:ext cx="872522" cy="682748"/>
          </a:xfrm>
          <a:custGeom>
            <a:avLst/>
            <a:gdLst/>
            <a:ahLst/>
            <a:cxnLst/>
            <a:rect r="r" b="b" t="t" l="l"/>
            <a:pathLst>
              <a:path h="682748" w="872522">
                <a:moveTo>
                  <a:pt x="0" y="0"/>
                </a:moveTo>
                <a:lnTo>
                  <a:pt x="872522" y="0"/>
                </a:lnTo>
                <a:lnTo>
                  <a:pt x="872522" y="682749"/>
                </a:lnTo>
                <a:lnTo>
                  <a:pt x="0" y="682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06049" y="1979904"/>
            <a:ext cx="1214842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Hoàn thành hệ thống chat/call realtime end-to-end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6049" y="2822082"/>
            <a:ext cx="1192399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Tích hợp quản trị, báo cáo và kiểm duyệt nội dung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06049" y="3720050"/>
            <a:ext cx="1375325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 khai thành công trên môi trường production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4404" y="4618018"/>
            <a:ext cx="109350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Hoàn thành kiểm thử chức năng và hiệu năng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33527" y="2818784"/>
            <a:ext cx="872522" cy="682748"/>
          </a:xfrm>
          <a:custGeom>
            <a:avLst/>
            <a:gdLst/>
            <a:ahLst/>
            <a:cxnLst/>
            <a:rect r="r" b="b" t="t" l="l"/>
            <a:pathLst>
              <a:path h="682748" w="872522">
                <a:moveTo>
                  <a:pt x="0" y="0"/>
                </a:moveTo>
                <a:lnTo>
                  <a:pt x="872522" y="0"/>
                </a:lnTo>
                <a:lnTo>
                  <a:pt x="872522" y="682748"/>
                </a:lnTo>
                <a:lnTo>
                  <a:pt x="0" y="682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41883" y="3739657"/>
            <a:ext cx="872522" cy="682748"/>
          </a:xfrm>
          <a:custGeom>
            <a:avLst/>
            <a:gdLst/>
            <a:ahLst/>
            <a:cxnLst/>
            <a:rect r="r" b="b" t="t" l="l"/>
            <a:pathLst>
              <a:path h="682748" w="872522">
                <a:moveTo>
                  <a:pt x="0" y="0"/>
                </a:moveTo>
                <a:lnTo>
                  <a:pt x="872521" y="0"/>
                </a:lnTo>
                <a:lnTo>
                  <a:pt x="872521" y="682748"/>
                </a:lnTo>
                <a:lnTo>
                  <a:pt x="0" y="682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33527" y="4660530"/>
            <a:ext cx="872522" cy="682748"/>
          </a:xfrm>
          <a:custGeom>
            <a:avLst/>
            <a:gdLst/>
            <a:ahLst/>
            <a:cxnLst/>
            <a:rect r="r" b="b" t="t" l="l"/>
            <a:pathLst>
              <a:path h="682748" w="872522">
                <a:moveTo>
                  <a:pt x="0" y="0"/>
                </a:moveTo>
                <a:lnTo>
                  <a:pt x="872522" y="0"/>
                </a:lnTo>
                <a:lnTo>
                  <a:pt x="872522" y="682749"/>
                </a:lnTo>
                <a:lnTo>
                  <a:pt x="0" y="682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099504" cy="2099504"/>
          </a:xfrm>
          <a:custGeom>
            <a:avLst/>
            <a:gdLst/>
            <a:ahLst/>
            <a:cxnLst/>
            <a:rect r="r" b="b" t="t" l="l"/>
            <a:pathLst>
              <a:path h="2099504" w="2099504">
                <a:moveTo>
                  <a:pt x="0" y="0"/>
                </a:moveTo>
                <a:lnTo>
                  <a:pt x="2099504" y="0"/>
                </a:lnTo>
                <a:lnTo>
                  <a:pt x="2099504" y="2099504"/>
                </a:lnTo>
                <a:lnTo>
                  <a:pt x="0" y="2099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2250" y="2386786"/>
            <a:ext cx="10581813" cy="6720236"/>
            <a:chOff x="0" y="0"/>
            <a:chExt cx="14109084" cy="896031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85725"/>
              <a:ext cx="91893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⚠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017730" y="-85725"/>
              <a:ext cx="11084097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REST API cần tối ưu hiệu năng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06019"/>
              <a:ext cx="91893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⚠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017730" y="1706019"/>
              <a:ext cx="1134887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Chưa có mã hóa đầu cuối E2EE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01058"/>
              <a:ext cx="91893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⚠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17730" y="3506839"/>
              <a:ext cx="12992384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Kiểm thử tự động còn cần mở rộng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312867"/>
              <a:ext cx="91893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⚠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17730" y="5318648"/>
              <a:ext cx="13091354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Phụ thuộc nhiều vào dịch vụ thứ ba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124676"/>
              <a:ext cx="91893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⚠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7730" y="7130457"/>
              <a:ext cx="9969803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Kiểm duyệt AI chưa thể chính xác tuyệt đối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609535" y="88677"/>
            <a:ext cx="5232295" cy="10109646"/>
          </a:xfrm>
          <a:custGeom>
            <a:avLst/>
            <a:gdLst/>
            <a:ahLst/>
            <a:cxnLst/>
            <a:rect r="r" b="b" t="t" l="l"/>
            <a:pathLst>
              <a:path h="10109646" w="5232295">
                <a:moveTo>
                  <a:pt x="0" y="0"/>
                </a:moveTo>
                <a:lnTo>
                  <a:pt x="5232295" y="0"/>
                </a:lnTo>
                <a:lnTo>
                  <a:pt x="5232295" y="10109646"/>
                </a:lnTo>
                <a:lnTo>
                  <a:pt x="0" y="10109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72" r="0" b="-632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463" y="340139"/>
            <a:ext cx="5211772" cy="127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HẠN CHẾ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7597" y="0"/>
            <a:ext cx="5008684" cy="10558491"/>
          </a:xfrm>
          <a:custGeom>
            <a:avLst/>
            <a:gdLst/>
            <a:ahLst/>
            <a:cxnLst/>
            <a:rect r="r" b="b" t="t" l="l"/>
            <a:pathLst>
              <a:path h="10558491" w="5008684">
                <a:moveTo>
                  <a:pt x="0" y="0"/>
                </a:moveTo>
                <a:lnTo>
                  <a:pt x="5008685" y="0"/>
                </a:lnTo>
                <a:lnTo>
                  <a:pt x="5008685" y="10558491"/>
                </a:lnTo>
                <a:lnTo>
                  <a:pt x="0" y="10558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5164" y="81850"/>
            <a:ext cx="13011373" cy="142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7"/>
              </a:lnSpc>
            </a:pPr>
            <a:r>
              <a:rPr lang="en-US" sz="830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HƯỚNG PHÁT TRIỂN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360559"/>
            <a:ext cx="862433" cy="862433"/>
          </a:xfrm>
          <a:custGeom>
            <a:avLst/>
            <a:gdLst/>
            <a:ahLst/>
            <a:cxnLst/>
            <a:rect r="r" b="b" t="t" l="l"/>
            <a:pathLst>
              <a:path h="862433" w="862433">
                <a:moveTo>
                  <a:pt x="0" y="0"/>
                </a:moveTo>
                <a:lnTo>
                  <a:pt x="862433" y="0"/>
                </a:lnTo>
                <a:lnTo>
                  <a:pt x="862433" y="862433"/>
                </a:lnTo>
                <a:lnTo>
                  <a:pt x="0" y="86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91133" y="2397240"/>
            <a:ext cx="10049257" cy="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486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Tối ưu hiệu năng rest API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8177" y="3765917"/>
            <a:ext cx="10162822" cy="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486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Bổ sung mã hóa đầu cuối E2EE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8177" y="5141161"/>
            <a:ext cx="10037261" cy="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486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Mở rộng kiểm thử tự động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8177" y="6513122"/>
            <a:ext cx="12012013" cy="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486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phụ thuộc dịch vụ bên thứ ba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8177" y="7885083"/>
            <a:ext cx="9083756" cy="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486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Cải thiện kiểm duyệt AI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3729236"/>
            <a:ext cx="862433" cy="862433"/>
          </a:xfrm>
          <a:custGeom>
            <a:avLst/>
            <a:gdLst/>
            <a:ahLst/>
            <a:cxnLst/>
            <a:rect r="r" b="b" t="t" l="l"/>
            <a:pathLst>
              <a:path h="862433" w="862433">
                <a:moveTo>
                  <a:pt x="0" y="0"/>
                </a:moveTo>
                <a:lnTo>
                  <a:pt x="862433" y="0"/>
                </a:lnTo>
                <a:lnTo>
                  <a:pt x="862433" y="862433"/>
                </a:lnTo>
                <a:lnTo>
                  <a:pt x="0" y="86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6012" y="5096494"/>
            <a:ext cx="862433" cy="862433"/>
          </a:xfrm>
          <a:custGeom>
            <a:avLst/>
            <a:gdLst/>
            <a:ahLst/>
            <a:cxnLst/>
            <a:rect r="r" b="b" t="t" l="l"/>
            <a:pathLst>
              <a:path h="862433" w="862433">
                <a:moveTo>
                  <a:pt x="0" y="0"/>
                </a:moveTo>
                <a:lnTo>
                  <a:pt x="862433" y="0"/>
                </a:lnTo>
                <a:lnTo>
                  <a:pt x="862433" y="862433"/>
                </a:lnTo>
                <a:lnTo>
                  <a:pt x="0" y="86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5744" y="6471738"/>
            <a:ext cx="862433" cy="862433"/>
          </a:xfrm>
          <a:custGeom>
            <a:avLst/>
            <a:gdLst/>
            <a:ahLst/>
            <a:cxnLst/>
            <a:rect r="r" b="b" t="t" l="l"/>
            <a:pathLst>
              <a:path h="862433" w="862433">
                <a:moveTo>
                  <a:pt x="0" y="0"/>
                </a:moveTo>
                <a:lnTo>
                  <a:pt x="862433" y="0"/>
                </a:lnTo>
                <a:lnTo>
                  <a:pt x="862433" y="862433"/>
                </a:lnTo>
                <a:lnTo>
                  <a:pt x="0" y="86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6012" y="7838996"/>
            <a:ext cx="862433" cy="862433"/>
          </a:xfrm>
          <a:custGeom>
            <a:avLst/>
            <a:gdLst/>
            <a:ahLst/>
            <a:cxnLst/>
            <a:rect r="r" b="b" t="t" l="l"/>
            <a:pathLst>
              <a:path h="862433" w="862433">
                <a:moveTo>
                  <a:pt x="0" y="0"/>
                </a:moveTo>
                <a:lnTo>
                  <a:pt x="862433" y="0"/>
                </a:lnTo>
                <a:lnTo>
                  <a:pt x="862433" y="862433"/>
                </a:lnTo>
                <a:lnTo>
                  <a:pt x="0" y="86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9702" y="0"/>
            <a:ext cx="19439461" cy="11287037"/>
          </a:xfrm>
          <a:custGeom>
            <a:avLst/>
            <a:gdLst/>
            <a:ahLst/>
            <a:cxnLst/>
            <a:rect r="r" b="b" t="t" l="l"/>
            <a:pathLst>
              <a:path h="11287037" w="19439461">
                <a:moveTo>
                  <a:pt x="0" y="0"/>
                </a:moveTo>
                <a:lnTo>
                  <a:pt x="19439461" y="0"/>
                </a:lnTo>
                <a:lnTo>
                  <a:pt x="19439461" y="11287037"/>
                </a:lnTo>
                <a:lnTo>
                  <a:pt x="0" y="11287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0157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DAHOZfFF1s0</dc:identifier>
  <dcterms:modified xsi:type="dcterms:W3CDTF">2011-08-01T06:04:30Z</dcterms:modified>
  <cp:revision>1</cp:revision>
  <dc:title>TRƯỜNG ĐẠI HỌC CÔNG NGHỆ KỸ THUẬT TP HỒ CHÍ MINH</dc:title>
</cp:coreProperties>
</file>